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FROM PILOT TO PRACTICE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A 90-day MedChrons adoption plan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</a:pPr>
            <a:r>
              <a:rPr sz="1800" b="0">
                <a:solidFill>
                  <a:srgbClr val="C9D8DC"/>
                </a:solidFill>
                <a:latin typeface="Calibri"/>
              </a:rPr>
              <a:t>For Lakefront Injury Group (sample) — start with one workflow, prove it with evidence, then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Prepared by Alex Donnelly  ·  Customer Onboarding Specialist (sample)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9D8DC"/>
                </a:solidFill>
                <a:latin typeface="Calibri"/>
              </a:rPr>
              <a:t>Independent work sample from EvenUp's public materials. Not affiliated with or endorsed by EvenUp. Fictional firm; figures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Chronology work is repetitive — and disconnected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Records arrive in volume and vary case to case.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Chronologies are built by hand, inconsistently across teams.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Attorney review happens late, and quality depends on who did the work.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Missing records and treatment gaps surface in demand prep — when they are most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ADOPTION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Start small. Prove it. Then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Start with one workflow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Medical chronologies — high-frequency, high-friction, high-value.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Test with one cohort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A small, deliberately chosen group on real matters.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Measure the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Operational and human evidence, not anecdotes.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Scale only when trusted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Expand on evidence — never on enthusiasm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WHY MEDCHRONS,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The right first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Faster synthesis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Thousands of pages become a searchable treatment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Verify in place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Diagnostic highlights and direct exhibit links — trust through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See the gaps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Treatment and record gaps surface early, not in demand prep.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Clean handoffs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Clear roles between paralegal, attorney, and case manager.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WHAT ADOPTION MEANS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Not logins. A repeatable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Defined intake and case-eligibility criteria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A consistent request and submission process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A paralegal review-against-source checklist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An attorney review protocol — what 'attorney-ready' means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—  </a:t>
            </a:r>
            <a:r>
              <a:rPr sz="1550">
                <a:solidFill>
                  <a:srgbClr val="1B2B36"/>
                </a:solidFill>
                <a:latin typeface="Calibri"/>
              </a:rPr>
              <a:t>A documented escalation and feedback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PILOT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A small, deliberately chosen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The cohort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2 attorneys, 4 paralegals, 1 records liaison, 1 champion — ~15–25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Include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Standard MVC &amp; premises matters with records collected.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Exclude at first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Catastrophic or highly fragmented files — unless complexity is the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Cadence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Weekly huddle, shared issue log, weekly completed-matter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90-DAY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B2B36"/>
                </a:solidFill>
                <a:latin typeface="Cambria"/>
              </a:rPr>
              <a:t>Discover → Configure → Pilot → Measure → Expand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450" b="0">
                <a:solidFill>
                  <a:srgbClr val="5E6B73"/>
                </a:solidFill>
                <a:latin typeface="Calibri"/>
              </a:rPr>
              <a:t>Mapped onto EvenUp's model: set the vision, empower the firm, make the change stick.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840480"/>
            <a:ext cx="14648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Discover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1–15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2772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38804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2228" y="3840480"/>
            <a:ext cx="14648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Configure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16–30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2585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98617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041" y="3840480"/>
            <a:ext cx="14648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31–60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2398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58430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1854" y="3840480"/>
            <a:ext cx="14648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Measure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61–75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2211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18243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1667" y="3840480"/>
            <a:ext cx="14648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Expand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76–90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ROLE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Who does what in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Attorney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103120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Works from a verified chronology; faster orientation, more time for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98063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79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Paralegal &amp;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26079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Shifts from extraction to verification, gap-spotting, and case-story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21023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Case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749039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Acts on surfaced gaps — records requests and treatment follow-up, early.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443984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Records &amp;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Predictable file readiness and clean handoffs.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266944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Sponsor / ops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394960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Watches adoption health, clears blockers, reinforces the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What we'd measure together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</a:pPr>
            <a:r>
              <a:rPr sz="1350" b="0">
                <a:solidFill>
                  <a:srgbClr val="5E6B73"/>
                </a:solidFill>
                <a:latin typeface="Calibri"/>
              </a:rPr>
              <a:t>Targets set with the firm at kickoff. We measure operational value — not downstream settlement lift, which is hard to isolate in 90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Adoption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% of eligible matters using the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Speed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Days from record-readiness to attorney-ready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Efficiency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Paralegal time per chronology, before vs 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Quality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Material corrections / escalations per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Utility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% of attorneys who say it accelerated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Confidence &amp; reuse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User confidence; repeat use as support tapers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GOVERNANCE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Trust is designed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Human review required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Every chronology reviewed against source before it's relied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Clear escalation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A defined path when a date, diagnosis, or provider looks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Sample audits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Spot-checks on completed matters to keep quality honest.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Feedback loop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Issues routed back to training, process, and EvenUp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EXPANSION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Continue, refine, expand — or pause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2416302" cy="228600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99008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186766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Continue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Keep running the cohort; the workflow 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697480"/>
            <a:ext cx="2416302" cy="228600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299008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11880"/>
            <a:ext cx="186766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Refine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Adjust eligibility or handoffs, then re-run.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697480"/>
            <a:ext cx="2416302" cy="228600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299008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11880"/>
            <a:ext cx="186766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Expand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Add a team, office, or second workflow — on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697480"/>
            <a:ext cx="2416302" cy="228600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299008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11880"/>
            <a:ext cx="186766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Pause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If friction is still high, redesign before scaling.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50C8"/>
                </a:solidFill>
                <a:latin typeface="Calibri"/>
              </a:rPr>
              <a:t>The MedChron is the first repeatable adoption playbook — not the last product rollout.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Start with one workflow.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D8DC"/>
                </a:solidFill>
                <a:latin typeface="Calibri"/>
              </a:rPr>
              <a:t>Prove it with evidence, make it repeatable, then run it firm by firm.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6BF5"/>
                </a:solidFill>
                <a:latin typeface="Calibri"/>
              </a:rPr>
              <a:t>Alex Donnelly  ·  a.james.donnelly@gmail.com  ·  ajdonnelly.github.io/evenup-onboarding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9D8DC"/>
                </a:solidFill>
                <a:latin typeface="Calibri"/>
              </a:rPr>
              <a:t>Independent work sample from EvenUp's public materials. Not affiliated with or endorsed by EvenUp. Fictional firm; figures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